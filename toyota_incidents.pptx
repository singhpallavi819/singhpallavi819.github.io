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1430000" cy="50292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2857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91C1C"/>
                </a:solidFill>
              </a:rPr>
              <a:t>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28575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INCIDENTS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18688" y="395478"/>
            <a:ext cx="9144" cy="3520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23260" y="365760"/>
            <a:ext cx="2857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91C1C"/>
                </a:solidFill>
              </a:rPr>
              <a:t>2.15M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23260" y="621792"/>
            <a:ext cx="28575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CUSTOMERS EXPOSED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76188" y="395478"/>
            <a:ext cx="9144" cy="3520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365760"/>
            <a:ext cx="2857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91C1C"/>
                </a:solidFill>
              </a:rPr>
              <a:t>240 GB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080760" y="621792"/>
            <a:ext cx="28575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DATA LEAKED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933688" y="395478"/>
            <a:ext cx="9144" cy="3520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38260" y="365760"/>
            <a:ext cx="2857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91C1C"/>
                </a:solidFill>
              </a:rPr>
              <a:t>$8M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938260" y="621792"/>
            <a:ext cx="28575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RANSOM DEMANDED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932688"/>
            <a:ext cx="5632704" cy="2436876"/>
          </a:xfrm>
          <a:prstGeom prst="roundRect">
            <a:avLst>
              <a:gd name="adj" fmla="val 22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932688"/>
            <a:ext cx="5632704" cy="10972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987552"/>
            <a:ext cx="5632704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1078992"/>
            <a:ext cx="2092147" cy="18288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1078992"/>
            <a:ext cx="2092147" cy="1828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CLOUD MISCONFIGURATION · 2023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0352" y="133502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T-Connect &amp; G-Link Services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0352" y="160934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1C1C"/>
                </a:solidFill>
              </a:rPr>
              <a:t>2.15M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30352" y="19202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customers affected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" y="2121408"/>
            <a:ext cx="53035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212848"/>
            <a:ext cx="530352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Location data exposed via a misconfigured cloud storage bucket — publicly accessible and went completely undetected for nearly a decade. Impacted Toyota's connected vehicle services across Japan.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30352" y="2994660"/>
            <a:ext cx="5303520" cy="210312"/>
          </a:xfrm>
          <a:prstGeom prst="roundRect">
            <a:avLst>
              <a:gd name="adj" fmla="val 130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994660"/>
            <a:ext cx="5303520" cy="21031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Cloud misconfiguration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63056" y="932688"/>
            <a:ext cx="5632704" cy="2436876"/>
          </a:xfrm>
          <a:prstGeom prst="roundRect">
            <a:avLst>
              <a:gd name="adj" fmla="val 22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63056" y="932688"/>
            <a:ext cx="5632704" cy="10972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63056" y="987552"/>
            <a:ext cx="5632704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27648" y="1078992"/>
            <a:ext cx="1762963" cy="182880"/>
          </a:xfrm>
          <a:prstGeom prst="roundRect">
            <a:avLst>
              <a:gd name="adj" fmla="val 15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27648" y="1078992"/>
            <a:ext cx="1762963" cy="1828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RANSOMWARE ATTACK · 2023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327648" y="133502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Toyota Financial Services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27648" y="160934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1C1C"/>
                </a:solidFill>
              </a:rPr>
              <a:t>$8M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327648" y="19202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ransom demanded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27648" y="2121408"/>
            <a:ext cx="53035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27648" y="2212848"/>
            <a:ext cx="530352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Medusa ransomware deployed through an unpatched Citrix Bleed vulnerability. Systems taken offline across Europe and Africa. Customer financial data leaked publicly after the ransom was refused.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327648" y="2994660"/>
            <a:ext cx="5303520" cy="210312"/>
          </a:xfrm>
          <a:prstGeom prst="roundRect">
            <a:avLst>
              <a:gd name="adj" fmla="val 130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2994660"/>
            <a:ext cx="5303520" cy="21031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Unpatched vulnerability (Citrix Bleed)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3534156"/>
            <a:ext cx="5632704" cy="2436876"/>
          </a:xfrm>
          <a:prstGeom prst="roundRect">
            <a:avLst>
              <a:gd name="adj" fmla="val 22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3534156"/>
            <a:ext cx="5632704" cy="10972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3589020"/>
            <a:ext cx="5632704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0352" y="3680460"/>
            <a:ext cx="1367942" cy="18288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3680460"/>
            <a:ext cx="1367942" cy="1828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45309"/>
                </a:solidFill>
              </a:rPr>
              <a:t>DATA BREACH · 2024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30352" y="39364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Toyota U.S. — ZeroSevenGroup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30352" y="421081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1C1C"/>
                </a:solidFill>
              </a:rPr>
              <a:t>240 GB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530352" y="452170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leaked publicly on dark web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30352" y="4722876"/>
            <a:ext cx="53035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" y="4814316"/>
            <a:ext cx="530352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Employee data, customer profiles, financial records, and network infrastructure details published publicly. Root cause traced to exposed internal credentials with no access controls in place.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30352" y="5596128"/>
            <a:ext cx="5303520" cy="210312"/>
          </a:xfrm>
          <a:prstGeom prst="roundRect">
            <a:avLst>
              <a:gd name="adj" fmla="val 130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5596128"/>
            <a:ext cx="5303520" cy="21031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Exposed credentials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63056" y="3534156"/>
            <a:ext cx="5632704" cy="2436876"/>
          </a:xfrm>
          <a:prstGeom prst="roundRect">
            <a:avLst>
              <a:gd name="adj" fmla="val 22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63056" y="3534156"/>
            <a:ext cx="5632704" cy="1097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63056" y="3589020"/>
            <a:ext cx="5632704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27648" y="3680460"/>
            <a:ext cx="2092147" cy="18288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27648" y="3680460"/>
            <a:ext cx="2092147" cy="1828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ONGOING LEGAL EXPOSURE · 2025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327648" y="39364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Toyota Financial Services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327648" y="421081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1C1C"/>
                </a:solidFill>
              </a:rPr>
              <a:t>Active</a:t>
            </a:r>
            <a:endParaRPr lang="en-US" sz="2600" dirty="0"/>
          </a:p>
        </p:txBody>
      </p:sp>
      <p:sp>
        <p:nvSpPr>
          <p:cNvPr id="57" name="Text 55"/>
          <p:cNvSpPr/>
          <p:nvPr/>
        </p:nvSpPr>
        <p:spPr>
          <a:xfrm>
            <a:off x="6327648" y="452170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class action lawsuits in the U.S.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327648" y="4722876"/>
            <a:ext cx="53035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27648" y="4814316"/>
            <a:ext cx="530352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Breach notification letters still being mailed to affected customers. Class action lawsuits filed across multiple U.S. jurisdictions. Full regulatory liability and fines remain undetermined.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6327648" y="5596128"/>
            <a:ext cx="5303520" cy="210312"/>
          </a:xfrm>
          <a:prstGeom prst="roundRect">
            <a:avLst>
              <a:gd name="adj" fmla="val 130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27648" y="5596128"/>
            <a:ext cx="5303520" cy="21031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Legal &amp; regulatory exposure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65760" y="6080760"/>
            <a:ext cx="11430000" cy="4572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65760" y="6135624"/>
            <a:ext cx="54864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0352" y="608076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3 of these 4 incidents</a:t>
            </a:r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 — unpatched vulnerabilities, misconfigured cloud storage, and exposed credentials — are detectable before deployment with automated security scanning.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2026-08-03T14:23:50Z</dcterms:created>
  <dcterms:modified xsi:type="dcterms:W3CDTF">2026-08-03T14:23:50Z</dcterms:modified>
</cp:coreProperties>
</file>