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64748B"/>
                </a:solidFill>
              </a:rPr>
              <a:t>TOYOTA PHILOSOPHY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5349240" cy="109728"/>
          </a:xfrm>
          <a:prstGeom prst="roundRect">
            <a:avLst>
              <a:gd name="adj" fmla="val 83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86384"/>
            <a:ext cx="534924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3A5F"/>
                </a:solidFill>
              </a:rPr>
              <a:t>Kaizen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</a:rPr>
              <a:t>CONTINUOUS IMPROVEMENT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0874" y="2971800"/>
            <a:ext cx="160477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Always find a better way. Every process, every system, every line of code can be improved — and the work of improving never stops.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731520"/>
            <a:ext cx="534924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731520"/>
            <a:ext cx="5349240" cy="109728"/>
          </a:xfrm>
          <a:prstGeom prst="roundRect">
            <a:avLst>
              <a:gd name="adj" fmla="val 8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786384"/>
            <a:ext cx="534924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00584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自働化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263640" y="21031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91C1C"/>
                </a:solidFill>
              </a:rPr>
              <a:t>Jidoka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63640" y="26517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</a:rPr>
              <a:t>STOP AND FIX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5874" y="2971800"/>
            <a:ext cx="160477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10896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4155"/>
                </a:solidFill>
              </a:rPr>
              <a:t>Stop the line the moment a defect is found. Do not pass a problem forward. Fix it at the source before it becomes something bigger.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06424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861304"/>
            <a:ext cx="54864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806440"/>
            <a:ext cx="10835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This project applies both — </a:t>
            </a:r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catching defects in code before they move forward, and building a process that gets better over 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2026-08-04T20:57:37Z</dcterms:created>
  <dcterms:modified xsi:type="dcterms:W3CDTF">2026-08-04T20:57:37Z</dcterms:modified>
</cp:coreProperties>
</file>