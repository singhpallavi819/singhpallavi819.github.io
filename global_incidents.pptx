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3000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INCIDENTS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18688" y="395478"/>
            <a:ext cx="9144" cy="3520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232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$15B+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232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COMBINED LOSSES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76188" y="395478"/>
            <a:ext cx="9144" cy="3520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110M+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807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CUSTOMERS EXPOSED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33688" y="395478"/>
            <a:ext cx="9144" cy="3520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82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100%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9382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PREVENTABLE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932688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932688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987552"/>
            <a:ext cx="563270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1078992"/>
            <a:ext cx="1433779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1078992"/>
            <a:ext cx="1433779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SUPPLY CHAIN · 2020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1335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SolarWinds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16093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$12M avg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0352" y="1920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per affected company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" y="2121408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212848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A malicious update was pushed through SolarWinds' own software build process, silently backdooring 18,000+ customers — including Microsoft, Intel, Cisco, and multiple US government agencies. The breach went undetected for nearly a year.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" y="2994660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94660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Malicious code in software update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932688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932688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987552"/>
            <a:ext cx="563270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1078992"/>
            <a:ext cx="1697126" cy="18288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1078992"/>
            <a:ext cx="1697126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OPEN SOURCE VULN · 2021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27648" y="1335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Log4Shell — Apache Log4j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27648" y="16093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$100M+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27648" y="1920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global remediation cost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27648" y="2121408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212848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A critical flaw in Log4j — a logging library embedded in millions of applications — allowed full remote code execution with a single line of text. Google, Amazon, Microsoft, and countless others scrambled to patch overnight. Called the worst vulnerability in a decade.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27648" y="2994660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994660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Unpatched open source dependency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534156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534156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589020"/>
            <a:ext cx="563270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3680460"/>
            <a:ext cx="1697126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680460"/>
            <a:ext cx="1697126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CREDENTIAL THEFT · 2024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0352" y="39364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AT&amp;T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0352" y="421081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$177M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30352" y="45217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regulatory settlement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0352" y="4722876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814316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Attackers stole cloud credentials to AT&amp;T's Snowflake environment — which had no MFA enforced. 110 million customers were exposed across two separate incidents, both with the same root cause: unprotected access keys in the codebase.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30352" y="5596128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5596128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Exposed credentials (Snowflake)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63056" y="3534156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3534156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3056" y="3589020"/>
            <a:ext cx="563270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3680460"/>
            <a:ext cx="1302106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3680460"/>
            <a:ext cx="1302106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RANSOMWARE · 2024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27648" y="39364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Change Healthcare (UnitedHealth)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27648" y="421081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$2.4B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327648" y="45217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total financial impact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27648" y="4722876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4814316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BlackCat ransomware took down the largest US health insurer for weeks. $22M ransom was paid. Pharmacies, hospitals, and clinics across the country lost access to critical systems — all triggered by a single set of stolen credentials with no MFA.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327648" y="5596128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5596128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Ransomware — exposed credentials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5760" y="6080760"/>
            <a:ext cx="114300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6135624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608076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Common thread: </a:t>
            </a:r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every attack above exploited vulnerable code, an unpatched dependency, or an exposed credential — each detectable through automated scanning before a single line ships to production.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2026-08-03T14:19:14Z</dcterms:created>
  <dcterms:modified xsi:type="dcterms:W3CDTF">2026-08-03T14:19:14Z</dcterms:modified>
</cp:coreProperties>
</file>